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D6D7BC-CDF7-4D69-888F-12E604E7C617}" v="5" dt="2026-01-02T19:57:14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2T19:50:01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24575,'5'-5'0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724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339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553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6493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632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995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326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6923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651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405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684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73DB0-0227-44B7-8245-3FBDDA6F2EA5}" type="datetimeFigureOut">
              <a:rPr lang="es-CL" smtClean="0"/>
              <a:t>02-01-2026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6BDBD-D4BC-4734-AE3E-E3E0D8F10E2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332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40CB813-76B7-754F-DF3F-9E395CEA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677" y="2142360"/>
            <a:ext cx="6784257" cy="1190775"/>
          </a:xfrm>
        </p:spPr>
        <p:txBody>
          <a:bodyPr/>
          <a:lstStyle/>
          <a:p>
            <a:r>
              <a:rPr lang="es-MX" dirty="0"/>
              <a:t>__________________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E8CFD2-F7BA-4319-1B80-072384F3F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869" y="3684897"/>
            <a:ext cx="7886700" cy="1500187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Aprobó con un                 el curso de      </a:t>
            </a:r>
          </a:p>
          <a:p>
            <a:r>
              <a:rPr lang="es-MX" dirty="0">
                <a:solidFill>
                  <a:schemeClr val="tx1"/>
                </a:solidFill>
              </a:rPr>
              <a:t>       realizado durante el mes de                       </a:t>
            </a:r>
            <a:r>
              <a:rPr lang="es-MX" dirty="0" err="1">
                <a:solidFill>
                  <a:schemeClr val="tx1"/>
                </a:solidFill>
              </a:rPr>
              <a:t>de</a:t>
            </a:r>
            <a:r>
              <a:rPr lang="es-MX" dirty="0">
                <a:solidFill>
                  <a:schemeClr val="tx1"/>
                </a:solidFill>
              </a:rPr>
              <a:t> 2026</a:t>
            </a:r>
            <a:endParaRPr lang="es-CL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7D33EABA-A811-B060-5A10-AE070923750F}"/>
                  </a:ext>
                </a:extLst>
              </p14:cNvPr>
              <p14:cNvContentPartPr/>
              <p14:nvPr/>
            </p14:nvContentPartPr>
            <p14:xfrm>
              <a:off x="6626334" y="4816115"/>
              <a:ext cx="2160" cy="21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7D33EABA-A811-B060-5A10-AE07092375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20214" y="4809995"/>
                <a:ext cx="14400" cy="1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60164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15</Words>
  <Application>Microsoft Office PowerPoint</Application>
  <PresentationFormat>Presentación en pantalla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__________________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Lorens Villa</dc:creator>
  <cp:lastModifiedBy>Alejandro Lorens Villa</cp:lastModifiedBy>
  <cp:revision>2</cp:revision>
  <dcterms:created xsi:type="dcterms:W3CDTF">2026-01-02T19:44:39Z</dcterms:created>
  <dcterms:modified xsi:type="dcterms:W3CDTF">2026-01-02T19:57:45Z</dcterms:modified>
</cp:coreProperties>
</file>